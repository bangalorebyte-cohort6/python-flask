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7" r:id="rId4"/>
    <p:sldId id="269" r:id="rId5"/>
    <p:sldId id="27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7"/>
    <p:restoredTop sz="92960"/>
  </p:normalViewPr>
  <p:slideViewPr>
    <p:cSldViewPr snapToGrid="0" snapToObjects="1">
      <p:cViewPr varScale="1">
        <p:scale>
          <a:sx n="87" d="100"/>
          <a:sy n="87" d="100"/>
        </p:scale>
        <p:origin x="1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3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4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9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0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85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3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6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3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1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79602-A345-3849-A33B-CD44CAA0DA77}" type="datetimeFigureOut">
              <a:rPr lang="en-US" smtClean="0"/>
              <a:t>1/25/18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88C94-97AF-694E-B060-A6BEEF74E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1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41600" y="5747657"/>
            <a:ext cx="676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36390" y="2242926"/>
            <a:ext cx="471714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dirty="0" smtClean="0"/>
          </a:p>
          <a:p>
            <a:r>
              <a:rPr lang="en-US" sz="44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Flask</a:t>
            </a:r>
            <a:endParaRPr lang="en-US" sz="4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US" sz="4400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9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2328" y="109195"/>
            <a:ext cx="89988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Introduction to Flask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03399" y="1425607"/>
            <a:ext cx="9797145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Flask is a Python based web application framework</a:t>
            </a:r>
          </a:p>
          <a:p>
            <a:pPr marL="571500" indent="-571500">
              <a:buFont typeface="Arial" charset="0"/>
              <a:buChar char="•"/>
            </a:pPr>
            <a:endParaRPr lang="en-US" sz="32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571500" indent="-571500">
              <a:buFont typeface="Arial" charset="0"/>
              <a:buChar char="•"/>
            </a:pP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Web Frameworks are set of libraries, and packages that enables developers to write applications without having to bother about low level details such as protocols, thread management, socket interactions etc.,</a:t>
            </a:r>
          </a:p>
          <a:p>
            <a:pPr marL="571500" indent="-571500">
              <a:buFont typeface="Arial" charset="0"/>
              <a:buChar char="•"/>
            </a:pPr>
            <a:endParaRPr lang="en-US" sz="32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571500" indent="-571500">
              <a:buFont typeface="Arial" charset="0"/>
              <a:buChar char="•"/>
            </a:pP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Flask developed by Armin </a:t>
            </a:r>
            <a:r>
              <a:rPr lang="en-US" sz="3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Ronacher</a:t>
            </a: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and leader of International group of Python Enthusiasts (</a:t>
            </a:r>
            <a:r>
              <a:rPr lang="en-US" sz="3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Pocco</a:t>
            </a: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18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77141" y="389414"/>
            <a:ext cx="96955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Introduction to Flask (Contd..)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75541" y="1447069"/>
            <a:ext cx="979714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Flask is based on </a:t>
            </a:r>
            <a:r>
              <a:rPr lang="en-US" sz="36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Werkzeug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WSGI Toolkit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6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Jinja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2 Template Engine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Both are </a:t>
            </a:r>
            <a:r>
              <a:rPr lang="en-US" sz="36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Pocco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Projects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WSGI </a:t>
            </a:r>
            <a:r>
              <a:rPr lang="mr-IN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–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Web Server Gateway Interface</a:t>
            </a:r>
          </a:p>
          <a:p>
            <a:pPr lvl="1"/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(Universal Interface between the web server and web clients/applications)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WSGI Toolkit implements requests, response</a:t>
            </a:r>
          </a:p>
          <a:p>
            <a:pPr marL="571500" indent="-571500">
              <a:buFont typeface="Arial" charset="0"/>
              <a:buChar char="•"/>
            </a:pPr>
            <a:endParaRPr lang="en-US" sz="36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571500" indent="-571500">
              <a:buFont typeface="Arial" charset="0"/>
              <a:buChar char="•"/>
            </a:pPr>
            <a:endParaRPr lang="en-US" sz="36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6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77141" y="389414"/>
            <a:ext cx="89988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Flask Hands 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77141" y="1189633"/>
            <a:ext cx="97971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3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2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12180</TotalTime>
  <Words>109</Words>
  <Application>Microsoft Macintosh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Mangal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creator>lakshmi teeka</dc:creator>
  <cp:lastModifiedBy>lakshmi teeka</cp:lastModifiedBy>
  <cp:revision>189</cp:revision>
  <dcterms:created xsi:type="dcterms:W3CDTF">2017-08-17T08:48:39Z</dcterms:created>
  <dcterms:modified xsi:type="dcterms:W3CDTF">2018-01-25T18:00:28Z</dcterms:modified>
</cp:coreProperties>
</file>